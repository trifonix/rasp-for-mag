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7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8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C2897-CB06-4329-880F-861849847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AEEE22-E2D2-44BE-BFBB-94FF14837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6D18D1-ECAC-43CE-A20C-F7A9E6B9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DFB00-34D4-4B8C-81B1-85243D7B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BF74A5-00F7-4200-8EE9-38EC6AF7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23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E7EEC-9E3E-4B2A-B093-5D9E6199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C0CA27-9C63-4F3E-8F2B-BBB64657F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9313BF-5A73-4746-87F7-5DCD6166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E1873C-C2B5-4F0F-BC77-74D31DE2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6A4366-64E6-44C6-A511-1DE7D273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03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DCDA2-62FD-41E7-A320-870925C7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3447C6-5217-4D25-A821-E6FE0EE52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722920-CB40-4D78-BD46-5D743B8D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9B13DC-4E62-4B38-A010-7EBDB58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CBFFB-217F-4278-B10D-2A033247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69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6771D-C853-4885-ABCA-41BBE45E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8AE6A-E7A4-4067-AAE0-907287DEE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961E-CCE0-48DE-B263-7400875AF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95CD6D-70F2-4A58-9BC3-965674EF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D94CD2-EBCE-4082-AA34-FFD54980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32F60B-2F37-4C1D-B89F-9D471AF5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8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621A0-4A23-4C70-8C82-3F298083C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209F49-3032-4037-9D35-06D5C0690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59CB1-E86B-4A39-A18F-3F61D8BA8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B79A42-DDC5-411C-8602-E640DF93A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1E6D02-AC41-45D2-92E3-925312182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C9D1A2-427E-4FF7-BEEE-FDC8CA5F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A6B317-1E9F-4C1E-8DB4-30E726D6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63A15D-F463-412C-BF87-D82CAA74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68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CEB95-7B38-4E6F-8820-CBEE2715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3224D2-FFD4-4874-B089-5733FF57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645E27-501C-4F47-87ED-ED6A6E4B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CB5D94-D9A1-4765-9FA0-2F5B5191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40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DE2D54-E198-4BC8-9642-8CF8EB62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CF0CCF-C174-4851-90B2-E91F7DFF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DF2930-F267-42CE-A8D3-A64F0800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22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12432-A839-4610-BE7C-0DF41A32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4EB9DE-97E9-40F7-B5B0-E7C3749DE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0A1B7F-D2A2-41AD-A695-6DF86E7AC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970100-D069-443C-8179-05A50994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5B2FEE-F748-48C2-AF8A-F85D3E08E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FFD1B2-5210-4540-8E9F-39273612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930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AE5BF-AEF9-44A6-B01B-705B9A59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EBAC67-D942-4114-96B3-953D93E23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05E9A2-5745-4F40-AE3C-3F8131229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4DAB6A-1FA9-4A2B-B24B-2EF9B42B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E07D52-246B-46BA-A406-458D260D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C3FA44-C583-4340-A3D1-52C63FFA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46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58AA8-6DE7-4380-82AB-969A7D42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B99844-4442-41A4-993E-9B94366B1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FF87F7-0D67-4736-B3D6-10700E32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538AFA-359E-41A4-9EDE-070EADE5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EA3537-78E8-42DF-A478-BE210E10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47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2D6E881-55B9-4962-B940-8E041166F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2D4752-9D32-4C90-9DD1-31692E567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E6D2DE-D5EF-4467-8D2C-D6A0D892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F4A138-1822-49A6-AF57-2A6422CA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857BF8-37FB-4992-B622-3484D58C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65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868D3-3A7C-458E-924C-5319D7FA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1DF7CE-230A-437D-B3EF-FB4D12C6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78D6FA-235E-4163-836B-5F30EE7C8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49473-5755-4808-9ED9-223B45BE5C5A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A28ADA-84CD-4EA9-9313-0AD46EE91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13D8CA-9679-4887-B633-0EA184D0D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38E08-6E95-4F74-854E-ED87FB172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106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02921" y="1854680"/>
            <a:ext cx="8358996" cy="1760120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поддержки и внедрение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19780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2263" y="614088"/>
            <a:ext cx="9941511" cy="11453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поддержки </a:t>
            </a:r>
            <a:b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 обеспечения: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8072" y="1897173"/>
            <a:ext cx="9673229" cy="4382538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документацией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конфигурированием ПО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качества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 программного обеспечения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Разрешение проблемы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90692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055" y="1603506"/>
            <a:ext cx="11175989" cy="468515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распространения и хранения внутренних 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 приобретения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распространения и хранения 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 сторонних организаций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влияющих на функционирование 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менеджмента качества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непосредственно на качество предлагаемых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университетом образовательных программ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70050" y="4896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 документацией </a:t>
            </a:r>
          </a:p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охватывает процессы:</a:t>
            </a:r>
          </a:p>
        </p:txBody>
      </p:sp>
    </p:spTree>
    <p:extLst>
      <p:ext uri="{BB962C8B-B14F-4D97-AF65-F5344CB8AC3E}">
        <p14:creationId xmlns:p14="http://schemas.microsoft.com/office/powerpoint/2010/main" val="117421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s://studfile.net/html/1144/349/html_LKYqmgQm57.IOGr/img-2aQaU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339" y="3068846"/>
            <a:ext cx="7560426" cy="342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389844" y="489048"/>
            <a:ext cx="11456749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Corbel" pitchFamily="34" charset="0"/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конфигурацией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 один из вспомогательных процессов, поддерживающих основные процессы, прежде всего процессы разработки и сопровождения ПО</a:t>
            </a:r>
          </a:p>
          <a:p>
            <a:pPr marL="0" indent="0">
              <a:buFont typeface="Corbel" pitchFamily="34" charset="0"/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 конфигурацией ПО понимается: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совокупность его функциональных 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физических характеристик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установленных в технической документации 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реализованных в ПО</a:t>
            </a:r>
          </a:p>
        </p:txBody>
      </p:sp>
    </p:spTree>
    <p:extLst>
      <p:ext uri="{BB962C8B-B14F-4D97-AF65-F5344CB8AC3E}">
        <p14:creationId xmlns:p14="http://schemas.microsoft.com/office/powerpoint/2010/main" val="311986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3686" y="396646"/>
            <a:ext cx="6469808" cy="30797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 программного обеспечения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способность программного продукта 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 заданных условиях удовлетворять 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установленным или предполагаемым 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потребностям </a:t>
            </a:r>
          </a:p>
          <a:p>
            <a:endParaRPr lang="ru-RU" dirty="0"/>
          </a:p>
        </p:txBody>
      </p:sp>
      <p:pic>
        <p:nvPicPr>
          <p:cNvPr id="5122" name="Picture 2" descr="https://works.doklad.ru/images/v2-_U6AoJs4/66e15e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13" y="1179522"/>
            <a:ext cx="5559397" cy="483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42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7869" y="646812"/>
            <a:ext cx="11051307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 программного обеспечения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соответствия реальных и ожидаемых результатов поведения программы, проводимая на конечном наборе тестов, выбранном определённым образом. 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тестирования: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 соответствия ПО предъявляемым требованиям 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 уверенности в качестве ПО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очевидных ошибок в программном обеспечении</a:t>
            </a:r>
          </a:p>
        </p:txBody>
      </p:sp>
    </p:spTree>
    <p:extLst>
      <p:ext uri="{BB962C8B-B14F-4D97-AF65-F5344CB8AC3E}">
        <p14:creationId xmlns:p14="http://schemas.microsoft.com/office/powerpoint/2010/main" val="235945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6331" y="585576"/>
            <a:ext cx="11491255" cy="41954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Верификация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обеспечения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более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понятие, чем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верификации является: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достижение гарантии того, что верифицируемый объект соответствует требованиям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без непредусмотренных функций 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удовлетворяет проектным спецификациям и стандартам</a:t>
            </a:r>
          </a:p>
        </p:txBody>
      </p:sp>
      <p:pic>
        <p:nvPicPr>
          <p:cNvPr id="7172" name="Picture 4" descr="https://textarchive.ru/images/987/1972122/m695f1176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8" r="23086" b="20050"/>
          <a:stretch/>
        </p:blipFill>
        <p:spPr bwMode="auto">
          <a:xfrm>
            <a:off x="8246851" y="2511640"/>
            <a:ext cx="3536829" cy="173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6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5341" y="543294"/>
            <a:ext cx="11180703" cy="4195481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программного обеспечения –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оценки 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 обеспечения во время или в конце процесса разработки 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 определения того, удовлетворяет ли оно определенным </a:t>
            </a:r>
          </a:p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требованиям</a:t>
            </a:r>
          </a:p>
          <a:p>
            <a:endParaRPr lang="ru-RU" dirty="0"/>
          </a:p>
        </p:txBody>
      </p:sp>
      <p:sp>
        <p:nvSpPr>
          <p:cNvPr id="7" name="AutoShape 10" descr="https://s1.slide-share.ru/s_slide/f1a48c0ec1433c1634791be4982a6b43/507a6234-89bc-4830-9692-00c2b5d0a941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204" name="Picture 12" descr="https://mooml.com/upload/medialibrary/eaa/image0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570" y="2641034"/>
            <a:ext cx="6691281" cy="263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61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6404" y="634042"/>
            <a:ext cx="11046125" cy="4038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– это ревизия всех установленных программ на предприятии. С его помощью можно определить эффективность использования той или иной программы. 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 получают рекомендации относительно: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покупки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поддержки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обновления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 ПО</a:t>
            </a:r>
          </a:p>
        </p:txBody>
      </p:sp>
      <p:pic>
        <p:nvPicPr>
          <p:cNvPr id="9218" name="Picture 2" descr="https://konspekta.net/lektsianew/baza21/11898036944990.files/image0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650" y="2566344"/>
            <a:ext cx="6515117" cy="375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06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3492" y="405441"/>
            <a:ext cx="7678380" cy="109555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Разрешение проблемы </a:t>
            </a:r>
            <a:b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программного обеспечения</a:t>
            </a:r>
            <a:endParaRPr lang="ru-RU" sz="40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habrastorage.org/r/w1560/files/ece/25e/3d7/ece25e3d785e4599820e43584d6f77b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0496" y="1561380"/>
            <a:ext cx="10713459" cy="458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5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07036" y="457198"/>
            <a:ext cx="11291975" cy="1059118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внедрения программного обеспечения: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199" y="1516316"/>
            <a:ext cx="10619118" cy="3521510"/>
          </a:xfrm>
        </p:spPr>
        <p:txBody>
          <a:bodyPr>
            <a:normAutofit fontScale="85000" lnSpcReduction="20000"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ru-RU" sz="3800" dirty="0"/>
              <a:t> </a:t>
            </a: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программного обеспечения</a:t>
            </a:r>
          </a:p>
          <a:p>
            <a:pPr fontAlgn="base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требований к программному обеспечению</a:t>
            </a:r>
          </a:p>
          <a:p>
            <a:pPr fontAlgn="base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Дизайн архитектуры программного обеспечения</a:t>
            </a:r>
          </a:p>
          <a:p>
            <a:pPr fontAlgn="base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Детальное проектирование программного обеспечения</a:t>
            </a:r>
          </a:p>
          <a:p>
            <a:pPr fontAlgn="base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программного обеспечения</a:t>
            </a:r>
          </a:p>
          <a:p>
            <a:pPr fontAlgn="base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ru-RU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Интеграция программного обеспечения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95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5634" y="530524"/>
            <a:ext cx="11417061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программного обеспечения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процесс настройки программного обеспечения под определённые условия использования, а также обучения пользователей работе с программным продуктом.</a:t>
            </a:r>
          </a:p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программного обеспечения требует действий в трёх следующих плоскостях работ: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Выделение критических, с точки зрения общего результата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нормативной базы организации 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работ по общей стандартизации 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существующей деятельности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2008275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874" y="901459"/>
            <a:ext cx="11287665" cy="4464172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часть процесса разработки программного обеспечения, включающая в себя сбор требований к программному обеспечению, их систематизацию, выявление взаимосвязей, а также документирование.</a:t>
            </a:r>
          </a:p>
          <a:p>
            <a:pPr marL="45720" indent="0" algn="just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94425" y="2302625"/>
            <a:ext cx="82252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indent="0" algn="just">
              <a:lnSpc>
                <a:spcPct val="150000"/>
              </a:lnSpc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 включает три типа деятельности: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требований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требований</a:t>
            </a:r>
          </a:p>
        </p:txBody>
      </p:sp>
    </p:spTree>
    <p:extLst>
      <p:ext uri="{BB962C8B-B14F-4D97-AF65-F5344CB8AC3E}">
        <p14:creationId xmlns:p14="http://schemas.microsoft.com/office/powerpoint/2010/main" val="3678577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7391" y="864647"/>
            <a:ext cx="11201401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программного обеспечения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— совокупность важнейших решений об организации программной системы</a:t>
            </a:r>
          </a:p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включает: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структурных элементов и их интерфейсов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выбранных элементов структуры и </a:t>
            </a: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поведения во всё более крупные системы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Архитектурный стиль</a:t>
            </a:r>
          </a:p>
        </p:txBody>
      </p:sp>
    </p:spTree>
    <p:extLst>
      <p:ext uri="{BB962C8B-B14F-4D97-AF65-F5344CB8AC3E}">
        <p14:creationId xmlns:p14="http://schemas.microsoft.com/office/powerpoint/2010/main" val="386307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646" y="565029"/>
            <a:ext cx="11356675" cy="5171536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Детальное проектирование — 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 техническая деятельность, которая следует за выбором архитектуры. Основной целью этой деятельности является как можно более полная подготовка проекта к его реализации</a:t>
            </a:r>
          </a:p>
          <a:p>
            <a:pPr marL="45720" indent="0">
              <a:lnSpc>
                <a:spcPct val="170000"/>
              </a:lnSpc>
              <a:buNone/>
            </a:pP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ПО включает виды деятельности: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метода и стратегии решения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представления внутренних данных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основного алгоритма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ПО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 и подбор тестов</a:t>
            </a:r>
          </a:p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представления входных данных</a:t>
            </a:r>
          </a:p>
          <a:p>
            <a:pPr marL="45720" indent="0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464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6403" y="751937"/>
            <a:ext cx="9234578" cy="1068238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обеспечения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деятельность по созданию нового программного обеспечения.</a:t>
            </a:r>
          </a:p>
        </p:txBody>
      </p:sp>
      <p:pic>
        <p:nvPicPr>
          <p:cNvPr id="10242" name="Picture 2" descr="https://myslide.ru/documents_3/35bd60a68d6d7f0c76c4bedacbd7ca8c/img34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9" b="20008"/>
          <a:stretch/>
        </p:blipFill>
        <p:spPr bwMode="auto">
          <a:xfrm>
            <a:off x="3501086" y="1742537"/>
            <a:ext cx="8299153" cy="370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469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118" y="710723"/>
            <a:ext cx="11468818" cy="4038600"/>
          </a:xfrm>
        </p:spPr>
        <p:txBody>
          <a:bodyPr>
            <a:normAutofit/>
          </a:bodyPr>
          <a:lstStyle/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Интеграцией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называется элемент процесса разработки программного обеспечения, в ходе которого отдельные компоненты программного продукта объединяются в единое целое</a:t>
            </a:r>
          </a:p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осуществляется на нескольких уровнях и этапах реализации </a:t>
            </a:r>
          </a:p>
          <a:p>
            <a:pPr algn="just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 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 работы 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коллектива в единую подсистему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перед передачей подсистемы 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интеграторам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565616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9756" y="1393167"/>
            <a:ext cx="11072003" cy="40386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 описывает: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подход к внедрению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интеграции или собранию системных элементов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средств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инструментов и ресурсов </a:t>
            </a:r>
          </a:p>
          <a:p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подготовки к тестированию интеграции</a:t>
            </a:r>
          </a:p>
          <a:p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систем план внедрения определяет схему действий, синхронизацию и ресурсы, управляющие строением, покупкой или действиями повторного использования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69513" y="635647"/>
            <a:ext cx="6526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интеграции или план внедрения 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488388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660</Words>
  <Application>Microsoft Office PowerPoint</Application>
  <PresentationFormat>Широкоэкранный</PresentationFormat>
  <Paragraphs>101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Corbel</vt:lpstr>
      <vt:lpstr>Times New Roman</vt:lpstr>
      <vt:lpstr>Wingdings</vt:lpstr>
      <vt:lpstr>Тема Office</vt:lpstr>
      <vt:lpstr>Процессы  поддержки и внедрение программного обеспечения</vt:lpstr>
      <vt:lpstr>Процессы поддержки  программного обеспечения: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Разрешение проблемы  программного обеспечения</vt:lpstr>
      <vt:lpstr>Процессы внедрения программного обеспечения: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Разработка программного обеспечения — деятельность по созданию нового программного обеспечения.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Процессы  поддержки и внедрение программного обеспечения</dc:title>
  <dc:creator>Student S.S.</dc:creator>
  <cp:lastModifiedBy>admin</cp:lastModifiedBy>
  <cp:revision>18</cp:revision>
  <dcterms:created xsi:type="dcterms:W3CDTF">2022-01-14T04:43:37Z</dcterms:created>
  <dcterms:modified xsi:type="dcterms:W3CDTF">2026-01-13T09:10:42Z</dcterms:modified>
</cp:coreProperties>
</file>