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uxindo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aleidico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campaign_creators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lukechesser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dawson2406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amstram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945" y="457200"/>
            <a:ext cx="5636029" cy="55333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34935"/>
            <a:ext cx="4821382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Этапы информационно-аналитической работы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115589"/>
            <a:ext cx="4821382" cy="2676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презентации мы рассмотрим основные этапы информационно-аналитической работы, начиная с определения целей и задач и заканчивая представлением результатов и принятием решений. Особое внимание будет уделено методам сбора, обработки и анализа данных, а также интерпретации полученных закономерностей для подготовки отчёта и обоснования выводов. Каждый этап будет проиллюстрирован примерами для лучшего понимания процесса.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4792287"/>
            <a:ext cx="48213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UX Indonesia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218" y="1080655"/>
            <a:ext cx="3303998" cy="33084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-45720"/>
            <a:ext cx="6650182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Определение целей и задач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868680"/>
            <a:ext cx="3574473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Определение целей и задач информационно-аналитической работы является начальным этапом, на котором устанавливаются ключевые направления исследования.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562109" y="868680"/>
            <a:ext cx="35744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Цели должны быть конкретными и измеримыми, чтобы обеспечить возможность оценки эффективности проведённой работы.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4609407"/>
            <a:ext cx="1080654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Задачи формулируются на основе целей и представляют собой конкретные шаги для их достижения.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Kaleidico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536171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Сбор данных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866207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этапе сбора данных происходит идентификация и выбор источников информации, которые могут быть как первичными, так и вторичными.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029989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Важно обеспечить полноту и достоверность собираемых данных, применяя соответствующие методы и инструменты для их получения. Сбор данных требует тщательного планирования и координации между участниками информационно-аналитической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23702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Обработка данных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818909" y="1866207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этапе обработки данных происходит преобразование сырых данных в структурированную и пригодную для анализа форму. Используются различные методы очистки и фильтрации, а также агрегирования и нормализации данных для устранения ошибок и аномалий.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818909" y="3528753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Это обеспечивает точность и надёжность последующего анализа.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Campaign Creators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536171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Анализ данных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866207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этапе анализа данных происходит обработка собранной информации с использованием специализированных методов и инструментов. Это позволяет выявить закономерности, тренды и скрытые зависимости, что является ключевым для дальнейшего принятия обоснованных решений.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029989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Полученные результаты анализа формируют основу для последующих этапов информационно-аналитической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891" y="415636"/>
            <a:ext cx="3305445" cy="601858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Выявление закономерностей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86620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этапе выявления закономерностей осуществляется анализ собранных данных с целью обнаружения устойчивых связей и тенденций.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2797233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Это позволяет выявить причинно-следственные отношения между различными факторами и определить ключевые параметры, влияющие на исследуемый процесс.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28258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Полученные закономерности служат основой для формулирования гипотез и дальнейшего углублённого анализа.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Luke Chesser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3662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Интерпретация результатов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450571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Интерпретация результатов заключается в анализе полученных данных с учётом поставленной цели исследования и специфики исследуемой проблемы.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3944389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Она позволяет выявить закономерности, тенденции и аномалии, которые могут быть неочевидны при первоначальном просмотре информации.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3944389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Результаты интерпретации формируют основу для принятия управленческих решений и разработки рекомендаций.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891" y="415636"/>
            <a:ext cx="3308465" cy="58086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Подготовка отчёта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86620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этапе подготовки отчёта происходит систематизация полученных данных и их анализ с учётом поставленных целей и задач.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2797233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Важно выделить ключевые моменты и сформулировать выводы, которые будут представлены в отчёте.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528753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Для этого необходимо использовать методы статистической обработки и визуализации данных.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Stephen Dawson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3662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Представление результатов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450571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данном этапе мы успешно завершили сбор и анализ данных, что позволило выявить ключевые тенденции и закономерности.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3944389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Полученные результаты были тщательно верифицированы и представлены в структурированном виде, удобном для дальнейшего использования в принятии управленческих решений.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3944389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Мы готовы обсудить детали и ответить на вопросы по представленным данным.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23702"/>
            <a:ext cx="4651277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Принятие решений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818909" y="1866207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Процесс принятия решений в информационно-аналитической работе включает в себя комплексный анализ данных, выявление закономерностей и тенденций, а также оценку возможных рисков и последствий. На основе полученных выводов формируются стратегии и планы действий, которые учитывают как внутренние, так и внешние факторы, влияющие на ситуацию.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818909" y="3794760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Эффективное принятие решений способствует оптимизации ресурсов и достижению поставленных целей в условиях неопределённости.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Scott Graham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1866207"/>
            <a:ext cx="9975273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113116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основные этапы информационно-аналитической работы, от определения целей и задач до представления результатов и принятия решений. Надеемся, что представленная информация будет полезна для оптимизации ваших рабочих процессов. Желаем вам успехов в применении полученных знаний.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2025-10-28T14:03:09Z</dcterms:created>
  <dcterms:modified xsi:type="dcterms:W3CDTF">2025-10-28T14:03:09Z</dcterms:modified>
</cp:coreProperties>
</file>